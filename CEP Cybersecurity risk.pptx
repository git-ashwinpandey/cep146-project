
<file path=[Content_Types].xml><?xml version="1.0" encoding="utf-8"?>
<Types xmlns="http://schemas.openxmlformats.org/package/2006/content-types">
  <Default Extension="m4a" ContentType="audio/mp4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1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" dt="2026-10-20T23:45:34.658"/>
    <p1510:client id="{23F1A4C2-BF62-409F-BE02-BBA43ED05D00}" v="16" dt="2026-10-20T23:16:40.739"/>
    <p1510:client id="{7D600441-783E-95BA-1322-E9BCF80A6619}" v="4" dt="2026-10-20T23:23:53.087"/>
    <p1510:client id="{AA6588AA-71D3-415E-849F-5B95A0D2B64C}" v="10" dt="2026-10-20T23:44:46.0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2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win Pandey" userId="894f0113-4a0a-4cfe-97c4-1f94ee5e3747" providerId="ADAL" clId="{C1323CCA-E9AB-4E5E-82EB-E9D85282AD19}"/>
    <pc:docChg chg="custSel modSld">
      <pc:chgData name="Ashwin Pandey" userId="894f0113-4a0a-4cfe-97c4-1f94ee5e3747" providerId="ADAL" clId="{C1323CCA-E9AB-4E5E-82EB-E9D85282AD19}" dt="2026-10-20T23:16:40.739" v="11" actId="20577"/>
      <pc:docMkLst>
        <pc:docMk/>
      </pc:docMkLst>
      <pc:sldChg chg="modSp mod modNotesTx">
        <pc:chgData name="Ashwin Pandey" userId="894f0113-4a0a-4cfe-97c4-1f94ee5e3747" providerId="ADAL" clId="{C1323CCA-E9AB-4E5E-82EB-E9D85282AD19}" dt="2026-10-20T23:16:16.176" v="6" actId="20577"/>
        <pc:sldMkLst>
          <pc:docMk/>
          <pc:sldMk cId="1387145397" sldId="256"/>
        </pc:sldMkLst>
        <pc:picChg chg="mod">
          <ac:chgData name="Ashwin Pandey" userId="894f0113-4a0a-4cfe-97c4-1f94ee5e3747" providerId="ADAL" clId="{C1323CCA-E9AB-4E5E-82EB-E9D85282AD19}" dt="2026-10-20T20:08:07.075" v="0" actId="1076"/>
          <ac:picMkLst>
            <pc:docMk/>
            <pc:sldMk cId="1387145397" sldId="256"/>
            <ac:picMk id="6" creationId="{5C7CEF08-3264-C07A-666A-9DF9727B9805}"/>
          </ac:picMkLst>
        </pc:picChg>
      </pc:sldChg>
      <pc:sldChg chg="delSp modSp mod delAnim modNotesTx">
        <pc:chgData name="Ashwin Pandey" userId="894f0113-4a0a-4cfe-97c4-1f94ee5e3747" providerId="ADAL" clId="{C1323CCA-E9AB-4E5E-82EB-E9D85282AD19}" dt="2026-10-20T23:16:20.179" v="7" actId="20577"/>
        <pc:sldMkLst>
          <pc:docMk/>
          <pc:sldMk cId="1012657602" sldId="257"/>
        </pc:sldMkLst>
        <pc:picChg chg="del mod">
          <ac:chgData name="Ashwin Pandey" userId="894f0113-4a0a-4cfe-97c4-1f94ee5e3747" providerId="ADAL" clId="{C1323CCA-E9AB-4E5E-82EB-E9D85282AD19}" dt="2026-10-20T20:11:27.340" v="4" actId="478"/>
          <ac:picMkLst>
            <pc:docMk/>
            <pc:sldMk cId="1012657602" sldId="257"/>
            <ac:picMk id="14" creationId="{A0563512-E26F-364A-ECD3-D2A5493C8F65}"/>
          </ac:picMkLst>
        </pc:picChg>
        <pc:picChg chg="mod">
          <ac:chgData name="Ashwin Pandey" userId="894f0113-4a0a-4cfe-97c4-1f94ee5e3747" providerId="ADAL" clId="{C1323CCA-E9AB-4E5E-82EB-E9D85282AD19}" dt="2026-10-20T20:14:17.706" v="5" actId="1076"/>
          <ac:picMkLst>
            <pc:docMk/>
            <pc:sldMk cId="1012657602" sldId="257"/>
            <ac:picMk id="15" creationId="{E00BABE0-694B-C187-99EB-B334037DF918}"/>
          </ac:picMkLst>
        </pc:picChg>
      </pc:sldChg>
      <pc:sldChg chg="modNotesTx">
        <pc:chgData name="Ashwin Pandey" userId="894f0113-4a0a-4cfe-97c4-1f94ee5e3747" providerId="ADAL" clId="{C1323CCA-E9AB-4E5E-82EB-E9D85282AD19}" dt="2026-10-20T23:16:23.728" v="8" actId="20577"/>
        <pc:sldMkLst>
          <pc:docMk/>
          <pc:sldMk cId="1911407421" sldId="258"/>
        </pc:sldMkLst>
      </pc:sldChg>
      <pc:sldChg chg="modNotesTx">
        <pc:chgData name="Ashwin Pandey" userId="894f0113-4a0a-4cfe-97c4-1f94ee5e3747" providerId="ADAL" clId="{C1323CCA-E9AB-4E5E-82EB-E9D85282AD19}" dt="2026-10-20T23:16:26.796" v="9" actId="20577"/>
        <pc:sldMkLst>
          <pc:docMk/>
          <pc:sldMk cId="1203244051" sldId="259"/>
        </pc:sldMkLst>
      </pc:sldChg>
      <pc:sldChg chg="modNotesTx">
        <pc:chgData name="Ashwin Pandey" userId="894f0113-4a0a-4cfe-97c4-1f94ee5e3747" providerId="ADAL" clId="{C1323CCA-E9AB-4E5E-82EB-E9D85282AD19}" dt="2026-10-20T23:16:29.127" v="10" actId="20577"/>
        <pc:sldMkLst>
          <pc:docMk/>
          <pc:sldMk cId="1384670409" sldId="260"/>
        </pc:sldMkLst>
      </pc:sldChg>
      <pc:sldChg chg="modNotesTx">
        <pc:chgData name="Ashwin Pandey" userId="894f0113-4a0a-4cfe-97c4-1f94ee5e3747" providerId="ADAL" clId="{C1323CCA-E9AB-4E5E-82EB-E9D85282AD19}" dt="2026-10-20T23:16:40.739" v="11" actId="20577"/>
        <pc:sldMkLst>
          <pc:docMk/>
          <pc:sldMk cId="751898227" sldId="261"/>
        </pc:sldMkLst>
      </pc:sldChg>
    </pc:docChg>
  </pc:docChgLst>
  <pc:docChgLst>
    <pc:chgData name="Tobias Tam" userId="S::ttam12@myseneca.ca::1b6ac1ed-5a86-4a34-af4f-54012b73fcec" providerId="AD" clId="Web-{9060AF27-5B54-A53D-164B-5926727D0624}"/>
    <pc:docChg chg="modSld">
      <pc:chgData name="Tobias Tam" userId="S::ttam12@myseneca.ca::1b6ac1ed-5a86-4a34-af4f-54012b73fcec" providerId="AD" clId="Web-{9060AF27-5B54-A53D-164B-5926727D0624}" dt="2026-10-19T23:27:38.239" v="9" actId="20577"/>
      <pc:docMkLst>
        <pc:docMk/>
      </pc:docMkLst>
      <pc:sldChg chg="modSp">
        <pc:chgData name="Tobias Tam" userId="S::ttam12@myseneca.ca::1b6ac1ed-5a86-4a34-af4f-54012b73fcec" providerId="AD" clId="Web-{9060AF27-5B54-A53D-164B-5926727D0624}" dt="2026-10-19T23:27:38.239" v="9" actId="20577"/>
        <pc:sldMkLst>
          <pc:docMk/>
          <pc:sldMk cId="1387145397" sldId="256"/>
        </pc:sldMkLst>
        <pc:spChg chg="mod">
          <ac:chgData name="Tobias Tam" userId="S::ttam12@myseneca.ca::1b6ac1ed-5a86-4a34-af4f-54012b73fcec" providerId="AD" clId="Web-{9060AF27-5B54-A53D-164B-5926727D0624}" dt="2026-10-19T23:27:38.239" v="9" actId="20577"/>
          <ac:spMkLst>
            <pc:docMk/>
            <pc:sldMk cId="1387145397" sldId="256"/>
            <ac:spMk id="5" creationId="{0393BED8-A13B-48BB-8FCE-DE0A86778DD1}"/>
          </ac:spMkLst>
        </pc:spChg>
      </pc:sldChg>
      <pc:sldChg chg="modSp">
        <pc:chgData name="Tobias Tam" userId="S::ttam12@myseneca.ca::1b6ac1ed-5a86-4a34-af4f-54012b73fcec" providerId="AD" clId="Web-{9060AF27-5B54-A53D-164B-5926727D0624}" dt="2026-10-19T23:27:20.926" v="3" actId="20577"/>
        <pc:sldMkLst>
          <pc:docMk/>
          <pc:sldMk cId="1012657602" sldId="257"/>
        </pc:sldMkLst>
        <pc:spChg chg="mod">
          <ac:chgData name="Tobias Tam" userId="S::ttam12@myseneca.ca::1b6ac1ed-5a86-4a34-af4f-54012b73fcec" providerId="AD" clId="Web-{9060AF27-5B54-A53D-164B-5926727D0624}" dt="2026-10-19T23:27:20.926" v="3" actId="20577"/>
          <ac:spMkLst>
            <pc:docMk/>
            <pc:sldMk cId="1012657602" sldId="257"/>
            <ac:spMk id="13" creationId="{03EC700B-87C5-4D05-8FDB-E6C59403A1FF}"/>
          </ac:spMkLst>
        </pc:spChg>
      </pc:sldChg>
      <pc:sldChg chg="modSp">
        <pc:chgData name="Tobias Tam" userId="S::ttam12@myseneca.ca::1b6ac1ed-5a86-4a34-af4f-54012b73fcec" providerId="AD" clId="Web-{9060AF27-5B54-A53D-164B-5926727D0624}" dt="2026-10-19T23:27:18.598" v="2" actId="20577"/>
        <pc:sldMkLst>
          <pc:docMk/>
          <pc:sldMk cId="1911407421" sldId="258"/>
        </pc:sldMkLst>
        <pc:spChg chg="mod">
          <ac:chgData name="Tobias Tam" userId="S::ttam12@myseneca.ca::1b6ac1ed-5a86-4a34-af4f-54012b73fcec" providerId="AD" clId="Web-{9060AF27-5B54-A53D-164B-5926727D0624}" dt="2026-10-19T23:27:18.598" v="2" actId="20577"/>
          <ac:spMkLst>
            <pc:docMk/>
            <pc:sldMk cId="1911407421" sldId="258"/>
            <ac:spMk id="12" creationId="{41553ABF-4C10-4D82-9D48-9D2B4A8EDFC4}"/>
          </ac:spMkLst>
        </pc:spChg>
      </pc:sldChg>
      <pc:sldChg chg="modSp">
        <pc:chgData name="Tobias Tam" userId="S::ttam12@myseneca.ca::1b6ac1ed-5a86-4a34-af4f-54012b73fcec" providerId="AD" clId="Web-{9060AF27-5B54-A53D-164B-5926727D0624}" dt="2026-10-19T23:27:25.770" v="5" actId="20577"/>
        <pc:sldMkLst>
          <pc:docMk/>
          <pc:sldMk cId="1203244051" sldId="259"/>
        </pc:sldMkLst>
        <pc:spChg chg="mod">
          <ac:chgData name="Tobias Tam" userId="S::ttam12@myseneca.ca::1b6ac1ed-5a86-4a34-af4f-54012b73fcec" providerId="AD" clId="Web-{9060AF27-5B54-A53D-164B-5926727D0624}" dt="2026-10-19T23:27:25.770" v="5" actId="20577"/>
          <ac:spMkLst>
            <pc:docMk/>
            <pc:sldMk cId="1203244051" sldId="259"/>
            <ac:spMk id="12" creationId="{6536B3E8-3ED5-4C6C-91FC-BA863DBEA9E7}"/>
          </ac:spMkLst>
        </pc:spChg>
      </pc:sldChg>
      <pc:sldChg chg="modSp">
        <pc:chgData name="Tobias Tam" userId="S::ttam12@myseneca.ca::1b6ac1ed-5a86-4a34-af4f-54012b73fcec" providerId="AD" clId="Web-{9060AF27-5B54-A53D-164B-5926727D0624}" dt="2026-10-19T23:27:30.832" v="7" actId="20577"/>
        <pc:sldMkLst>
          <pc:docMk/>
          <pc:sldMk cId="1384670409" sldId="260"/>
        </pc:sldMkLst>
        <pc:spChg chg="mod">
          <ac:chgData name="Tobias Tam" userId="S::ttam12@myseneca.ca::1b6ac1ed-5a86-4a34-af4f-54012b73fcec" providerId="AD" clId="Web-{9060AF27-5B54-A53D-164B-5926727D0624}" dt="2026-10-19T23:27:30.832" v="7" actId="20577"/>
          <ac:spMkLst>
            <pc:docMk/>
            <pc:sldMk cId="1384670409" sldId="260"/>
            <ac:spMk id="5" creationId="{07193E98-EAD4-492D-96CE-742C151F39D7}"/>
          </ac:spMkLst>
        </pc:spChg>
      </pc:sldChg>
    </pc:docChg>
  </pc:docChgLst>
  <pc:docChgLst>
    <pc:chgData name="Tobias Tam" userId="1b6ac1ed-5a86-4a34-af4f-54012b73fcec" providerId="ADAL" clId="{7B50AFA2-8CE3-438C-A8EA-7D25BE98EA0F}"/>
    <pc:docChg chg="custSel modSld">
      <pc:chgData name="Tobias Tam" userId="1b6ac1ed-5a86-4a34-af4f-54012b73fcec" providerId="ADAL" clId="{7B50AFA2-8CE3-438C-A8EA-7D25BE98EA0F}" dt="2026-10-20T23:44:46.027" v="9"/>
      <pc:docMkLst>
        <pc:docMk/>
      </pc:docMkLst>
      <pc:sldChg chg="addSp delSp modSp mod modTransition delAnim">
        <pc:chgData name="Tobias Tam" userId="1b6ac1ed-5a86-4a34-af4f-54012b73fcec" providerId="ADAL" clId="{7B50AFA2-8CE3-438C-A8EA-7D25BE98EA0F}" dt="2026-10-20T23:39:35.645" v="4"/>
        <pc:sldMkLst>
          <pc:docMk/>
          <pc:sldMk cId="1911407421" sldId="258"/>
        </pc:sldMkLst>
        <pc:picChg chg="add del mod">
          <ac:chgData name="Tobias Tam" userId="1b6ac1ed-5a86-4a34-af4f-54012b73fcec" providerId="ADAL" clId="{7B50AFA2-8CE3-438C-A8EA-7D25BE98EA0F}" dt="2026-10-20T23:38:48.306" v="1" actId="478"/>
          <ac:picMkLst>
            <pc:docMk/>
            <pc:sldMk cId="1911407421" sldId="258"/>
            <ac:picMk id="16" creationId="{874F5106-F164-F450-6178-39C3347D3AA3}"/>
          </ac:picMkLst>
        </pc:picChg>
        <pc:picChg chg="add del mod">
          <ac:chgData name="Tobias Tam" userId="1b6ac1ed-5a86-4a34-af4f-54012b73fcec" providerId="ADAL" clId="{7B50AFA2-8CE3-438C-A8EA-7D25BE98EA0F}" dt="2026-10-20T23:39:35.645" v="4"/>
          <ac:picMkLst>
            <pc:docMk/>
            <pc:sldMk cId="1911407421" sldId="258"/>
            <ac:picMk id="22" creationId="{C62645F7-0A07-6A04-B85F-DC463B2E5A7C}"/>
          </ac:picMkLst>
        </pc:picChg>
        <pc:picChg chg="add mod">
          <ac:chgData name="Tobias Tam" userId="1b6ac1ed-5a86-4a34-af4f-54012b73fcec" providerId="ADAL" clId="{7B50AFA2-8CE3-438C-A8EA-7D25BE98EA0F}" dt="2026-10-20T23:39:35.645" v="4"/>
          <ac:picMkLst>
            <pc:docMk/>
            <pc:sldMk cId="1911407421" sldId="258"/>
            <ac:picMk id="23" creationId="{DE4963BD-7DED-4BBC-6385-8CBFED547306}"/>
          </ac:picMkLst>
        </pc:picChg>
      </pc:sldChg>
      <pc:sldChg chg="addSp delSp modSp mod modTransition delAnim">
        <pc:chgData name="Tobias Tam" userId="1b6ac1ed-5a86-4a34-af4f-54012b73fcec" providerId="ADAL" clId="{7B50AFA2-8CE3-438C-A8EA-7D25BE98EA0F}" dt="2026-10-20T23:44:46.027" v="9"/>
        <pc:sldMkLst>
          <pc:docMk/>
          <pc:sldMk cId="751898227" sldId="261"/>
        </pc:sldMkLst>
        <pc:picChg chg="add del mod">
          <ac:chgData name="Tobias Tam" userId="1b6ac1ed-5a86-4a34-af4f-54012b73fcec" providerId="ADAL" clId="{7B50AFA2-8CE3-438C-A8EA-7D25BE98EA0F}" dt="2026-10-20T23:44:31.193" v="6" actId="478"/>
          <ac:picMkLst>
            <pc:docMk/>
            <pc:sldMk cId="751898227" sldId="261"/>
            <ac:picMk id="16" creationId="{A2A6C2BA-2D88-82BB-EBE2-47079CBCB69A}"/>
          </ac:picMkLst>
        </pc:picChg>
        <pc:picChg chg="add del mod">
          <ac:chgData name="Tobias Tam" userId="1b6ac1ed-5a86-4a34-af4f-54012b73fcec" providerId="ADAL" clId="{7B50AFA2-8CE3-438C-A8EA-7D25BE98EA0F}" dt="2026-10-20T23:44:46.027" v="9"/>
          <ac:picMkLst>
            <pc:docMk/>
            <pc:sldMk cId="751898227" sldId="261"/>
            <ac:picMk id="22" creationId="{E571B3CC-FB1C-17BB-CF9F-0ED4B3E0F940}"/>
          </ac:picMkLst>
        </pc:picChg>
        <pc:picChg chg="add mod">
          <ac:chgData name="Tobias Tam" userId="1b6ac1ed-5a86-4a34-af4f-54012b73fcec" providerId="ADAL" clId="{7B50AFA2-8CE3-438C-A8EA-7D25BE98EA0F}" dt="2026-10-20T23:44:46.027" v="9"/>
          <ac:picMkLst>
            <pc:docMk/>
            <pc:sldMk cId="751898227" sldId="261"/>
            <ac:picMk id="23" creationId="{B84C4F10-A3E4-876B-DD74-5EA548B2C8DE}"/>
          </ac:picMkLst>
        </pc:picChg>
      </pc:sldChg>
    </pc:docChg>
  </pc:docChgLst>
  <pc:docChgLst>
    <pc:chgData name="Tobias Tam" userId="S::ttam12@myseneca.ca::1b6ac1ed-5a86-4a34-af4f-54012b73fcec" providerId="AD" clId="Web-{00000000-0000-0000-0000-000000000000}"/>
    <pc:docChg chg="modSld">
      <pc:chgData name="Tobias Tam" userId="S::ttam12@myseneca.ca::1b6ac1ed-5a86-4a34-af4f-54012b73fcec" providerId="AD" clId="Web-{00000000-0000-0000-0000-000000000000}" dt="2026-10-20T23:45:34.658" v="2" actId="1076"/>
      <pc:docMkLst>
        <pc:docMk/>
      </pc:docMkLst>
      <pc:sldChg chg="modSp">
        <pc:chgData name="Tobias Tam" userId="S::ttam12@myseneca.ca::1b6ac1ed-5a86-4a34-af4f-54012b73fcec" providerId="AD" clId="Web-{00000000-0000-0000-0000-000000000000}" dt="2026-10-20T23:45:15.064" v="0" actId="1076"/>
        <pc:sldMkLst>
          <pc:docMk/>
          <pc:sldMk cId="1911407421" sldId="258"/>
        </pc:sldMkLst>
        <pc:picChg chg="mod">
          <ac:chgData name="Tobias Tam" userId="S::ttam12@myseneca.ca::1b6ac1ed-5a86-4a34-af4f-54012b73fcec" providerId="AD" clId="Web-{00000000-0000-0000-0000-000000000000}" dt="2026-10-20T23:45:15.064" v="0" actId="1076"/>
          <ac:picMkLst>
            <pc:docMk/>
            <pc:sldMk cId="1911407421" sldId="258"/>
            <ac:picMk id="23" creationId="{DE4963BD-7DED-4BBC-6385-8CBFED547306}"/>
          </ac:picMkLst>
        </pc:picChg>
      </pc:sldChg>
      <pc:sldChg chg="modSp">
        <pc:chgData name="Tobias Tam" userId="S::ttam12@myseneca.ca::1b6ac1ed-5a86-4a34-af4f-54012b73fcec" providerId="AD" clId="Web-{00000000-0000-0000-0000-000000000000}" dt="2026-10-20T23:45:34.658" v="2" actId="1076"/>
        <pc:sldMkLst>
          <pc:docMk/>
          <pc:sldMk cId="751898227" sldId="261"/>
        </pc:sldMkLst>
        <pc:picChg chg="mod">
          <ac:chgData name="Tobias Tam" userId="S::ttam12@myseneca.ca::1b6ac1ed-5a86-4a34-af4f-54012b73fcec" providerId="AD" clId="Web-{00000000-0000-0000-0000-000000000000}" dt="2026-10-20T23:45:34.658" v="2" actId="1076"/>
          <ac:picMkLst>
            <pc:docMk/>
            <pc:sldMk cId="751898227" sldId="261"/>
            <ac:picMk id="23" creationId="{B84C4F10-A3E4-876B-DD74-5EA548B2C8DE}"/>
          </ac:picMkLst>
        </pc:picChg>
      </pc:sldChg>
    </pc:docChg>
  </pc:docChgLst>
  <pc:docChgLst>
    <pc:chgData name="Brayden Leckey" userId="S::bleckey@myseneca.ca::ca840113-e5b1-410a-be2a-eece3db1f188" providerId="AD" clId="Web-{7D600441-783E-95BA-1322-E9BCF80A6619}"/>
    <pc:docChg chg="modSld">
      <pc:chgData name="Brayden Leckey" userId="S::bleckey@myseneca.ca::ca840113-e5b1-410a-be2a-eece3db1f188" providerId="AD" clId="Web-{7D600441-783E-95BA-1322-E9BCF80A6619}" dt="2026-10-20T23:23:53.087" v="3" actId="1076"/>
      <pc:docMkLst>
        <pc:docMk/>
      </pc:docMkLst>
      <pc:sldChg chg="addSp modSp modMedia addAnim">
        <pc:chgData name="Brayden Leckey" userId="S::bleckey@myseneca.ca::ca840113-e5b1-410a-be2a-eece3db1f188" providerId="AD" clId="Web-{7D600441-783E-95BA-1322-E9BCF80A6619}" dt="2026-10-20T23:21:51.461" v="1" actId="1076"/>
        <pc:sldMkLst>
          <pc:docMk/>
          <pc:sldMk cId="1203244051" sldId="259"/>
        </pc:sldMkLst>
        <pc:picChg chg="add mod">
          <ac:chgData name="Brayden Leckey" userId="S::bleckey@myseneca.ca::ca840113-e5b1-410a-be2a-eece3db1f188" providerId="AD" clId="Web-{7D600441-783E-95BA-1322-E9BCF80A6619}" dt="2026-10-20T23:21:51.461" v="1" actId="1076"/>
          <ac:picMkLst>
            <pc:docMk/>
            <pc:sldMk cId="1203244051" sldId="259"/>
            <ac:picMk id="13" creationId="{415E1AE4-8D51-3AFC-0431-9DD19A758F67}"/>
          </ac:picMkLst>
        </pc:picChg>
      </pc:sldChg>
      <pc:sldChg chg="addSp modSp modMedia addAnim">
        <pc:chgData name="Brayden Leckey" userId="S::bleckey@myseneca.ca::ca840113-e5b1-410a-be2a-eece3db1f188" providerId="AD" clId="Web-{7D600441-783E-95BA-1322-E9BCF80A6619}" dt="2026-10-20T23:23:53.087" v="3" actId="1076"/>
        <pc:sldMkLst>
          <pc:docMk/>
          <pc:sldMk cId="1384670409" sldId="260"/>
        </pc:sldMkLst>
        <pc:picChg chg="add mod">
          <ac:chgData name="Brayden Leckey" userId="S::bleckey@myseneca.ca::ca840113-e5b1-410a-be2a-eece3db1f188" providerId="AD" clId="Web-{7D600441-783E-95BA-1322-E9BCF80A6619}" dt="2026-10-20T23:23:53.087" v="3" actId="1076"/>
          <ac:picMkLst>
            <pc:docMk/>
            <pc:sldMk cId="1384670409" sldId="260"/>
            <ac:picMk id="6" creationId="{27D80C25-4AB5-DDAB-EDB8-8D1C0664F0F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C51F493-10EB-48B5-9956-B0D4AB245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7EFE244-7763-48C9-8941-83B44FE4C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BFA84B54-9054-4C4C-87A5-A4903CA56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402FD6-19C6-4BC8-A188-E3C72D49B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0816421-53CD-448B-98BA-ED4CD0AB53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DC629096-5567-43C9-AA31-58EFDF9A1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145DDA80-A69E-4E5F-B2E9-C0D137933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53FD036C-8508-4457-8B26-8E5B24A4108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F6E756-D31A-46F8-9369-23554D518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2A9AE4CA-F0EF-4D85-B556-55284D8D4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6.xml"/><Relationship Id="rId7" Type="http://schemas.openxmlformats.org/officeDocument/2006/relationships/hyperlink" Target="https://metr.org/blog/2026-08-26-openai-hugging-face-incident-investigation/" TargetMode="Externa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hyperlink" Target="https://huggingface.co/blog/security-incident-july-2026" TargetMode="External"/><Relationship Id="rId5" Type="http://schemas.openxmlformats.org/officeDocument/2006/relationships/hyperlink" Target="https://openai.com/index/hugging-face-incident-and-the-road-ahead/" TargetMode="Externa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4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0393BED8-A13B-48BB-8FCE-DE0A86778DD1}"/>
              </a:ext>
            </a:extLst>
          </p:cNvPr>
          <p:cNvSpPr>
            <a:spLocks noGrp="1"/>
          </p:cNvSpPr>
          <p:nvPr/>
        </p:nvSpPr>
        <p:spPr>
          <a:xfrm>
            <a:off x="762000" y="1333500"/>
            <a:ext cx="10572750" cy="2143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</a:t>
            </a:r>
            <a:r>
              <a:rPr lang="en-US"/>
              <a:t>Agents</a:t>
            </a:r>
            <a:r>
              <a:rPr lang="en-US"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</a:t>
            </a:r>
          </a:p>
          <a:p>
            <a:pPr algn="l"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/>
              <a:t>Cybersecurity</a:t>
            </a:r>
            <a:endParaRPr sz="61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case-study">
            <a:extLst>
              <a:ext uri="{FF2B5EF4-FFF2-40B4-BE49-F238E27FC236}">
                <a16:creationId xmlns:a16="http://schemas.microsoft.com/office/drawing/2014/main" id="{6CF40321-EAEB-48A0-97CB-55B8E396A293}"/>
              </a:ext>
            </a:extLst>
          </p:cNvPr>
          <p:cNvSpPr>
            <a:spLocks noGrp="1"/>
          </p:cNvSpPr>
          <p:nvPr/>
        </p:nvSpPr>
        <p:spPr>
          <a:xfrm>
            <a:off x="819150" y="3914775"/>
            <a:ext cx="10382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550" b="0">
                <a:solidFill>
                  <a:srgbClr val="A8C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550" b="0">
                <a:solidFill>
                  <a:srgbClr val="A8C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550" b="0">
                <a:solidFill>
                  <a:srgbClr val="A8C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550" b="0">
                <a:solidFill>
                  <a:srgbClr val="A8C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550" b="0">
                <a:solidFill>
                  <a:srgbClr val="A8C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550" b="0">
                <a:solidFill>
                  <a:srgbClr val="A8C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550" b="0">
                <a:solidFill>
                  <a:srgbClr val="A8C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550" b="0">
                <a:solidFill>
                  <a:srgbClr val="A8C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550" b="0">
                <a:solidFill>
                  <a:srgbClr val="A8CC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550" b="0">
                <a:solidFill>
                  <a:srgbClr val="A8CC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A8CCFF"/>
                </a:solidFill>
                <a:latin typeface="Arial"/>
                <a:ea typeface="Arial"/>
                <a:cs typeface="Arial"/>
              </a:rPr>
              <a:t>The OpenAI and Hugging Face incident</a:t>
            </a:r>
          </a:p>
        </p:txBody>
      </p:sp>
      <p:sp>
        <p:nvSpPr>
          <p:cNvPr id="3" name="incident-date">
            <a:extLst>
              <a:ext uri="{FF2B5EF4-FFF2-40B4-BE49-F238E27FC236}">
                <a16:creationId xmlns:a16="http://schemas.microsoft.com/office/drawing/2014/main" id="{4AD9B980-6918-4324-8E12-0DE3C1302146}"/>
              </a:ext>
            </a:extLst>
          </p:cNvPr>
          <p:cNvSpPr>
            <a:spLocks noGrp="1"/>
          </p:cNvSpPr>
          <p:nvPr/>
        </p:nvSpPr>
        <p:spPr>
          <a:xfrm>
            <a:off x="819150" y="4752975"/>
            <a:ext cx="857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July 2026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4A1AD493-8B16-46CC-8CF0-BE7F854FFA12}"/>
              </a:ext>
            </a:extLst>
          </p:cNvPr>
          <p:cNvSpPr>
            <a:spLocks noGrp="1"/>
          </p:cNvSpPr>
          <p:nvPr/>
        </p:nvSpPr>
        <p:spPr>
          <a:xfrm>
            <a:off x="10763250" y="62293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500" b="0">
                <a:solidFill>
                  <a:srgbClr val="A8CCFF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500" b="0">
                <a:solidFill>
                  <a:srgbClr val="A8CCFF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500" b="0">
                <a:solidFill>
                  <a:srgbClr val="A8CCFF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500" b="0">
                <a:solidFill>
                  <a:srgbClr val="A8CCFF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500" b="0">
                <a:solidFill>
                  <a:srgbClr val="A8CCFF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500" b="0">
                <a:solidFill>
                  <a:srgbClr val="A8CCFF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500" b="0">
                <a:solidFill>
                  <a:srgbClr val="A8CCFF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500" b="0">
                <a:solidFill>
                  <a:srgbClr val="A8CCFF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500" b="0">
                <a:solidFill>
                  <a:srgbClr val="A8CCFF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1500" b="0">
                <a:solidFill>
                  <a:srgbClr val="A8CC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C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6" name="Slide1">
            <a:hlinkClick r:id="" action="ppaction://media"/>
            <a:extLst>
              <a:ext uri="{FF2B5EF4-FFF2-40B4-BE49-F238E27FC236}">
                <a16:creationId xmlns:a16="http://schemas.microsoft.com/office/drawing/2014/main" id="{5C7CEF08-3264-C07A-666A-9DF9727B980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870141" y="592455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1453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961"/>
    </mc:Choice>
    <mc:Fallback>
      <p:transition spd="slow" advTm="309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96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title">
            <a:extLst>
              <a:ext uri="{FF2B5EF4-FFF2-40B4-BE49-F238E27FC236}">
                <a16:creationId xmlns:a16="http://schemas.microsoft.com/office/drawing/2014/main" id="{03EC700B-87C5-4D05-8FDB-E6C59403A1FF}"/>
              </a:ext>
            </a:extLst>
          </p:cNvPr>
          <p:cNvSpPr>
            <a:spLocks noGrp="1"/>
          </p:cNvSpPr>
          <p:nvPr/>
        </p:nvSpPr>
        <p:spPr>
          <a:xfrm>
            <a:off x="762000" y="628650"/>
            <a:ext cx="10477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9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283E"/>
                </a:solidFill>
                <a:latin typeface="Arial"/>
                <a:ea typeface="Arial"/>
                <a:cs typeface="Arial"/>
              </a:rPr>
              <a:t>What </a:t>
            </a:r>
            <a:r>
              <a:rPr lang="en-US"/>
              <a:t>Happened</a:t>
            </a:r>
            <a:r>
              <a:rPr sz="3900" b="1">
                <a:solidFill>
                  <a:srgbClr val="17283E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2" name="page-number">
            <a:extLst>
              <a:ext uri="{FF2B5EF4-FFF2-40B4-BE49-F238E27FC236}">
                <a16:creationId xmlns:a16="http://schemas.microsoft.com/office/drawing/2014/main" id="{439E60D5-3E70-46F2-98B6-878D3F3983D0}"/>
              </a:ext>
            </a:extLst>
          </p:cNvPr>
          <p:cNvSpPr>
            <a:spLocks noGrp="1"/>
          </p:cNvSpPr>
          <p:nvPr/>
        </p:nvSpPr>
        <p:spPr>
          <a:xfrm>
            <a:off x="10763250" y="62293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5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5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5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5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5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5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5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5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5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15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1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number-1">
            <a:extLst>
              <a:ext uri="{FF2B5EF4-FFF2-40B4-BE49-F238E27FC236}">
                <a16:creationId xmlns:a16="http://schemas.microsoft.com/office/drawing/2014/main" id="{9716AE84-3755-4030-B936-09708162E996}"/>
              </a:ext>
            </a:extLst>
          </p:cNvPr>
          <p:cNvSpPr>
            <a:spLocks noGrp="1"/>
          </p:cNvSpPr>
          <p:nvPr/>
        </p:nvSpPr>
        <p:spPr>
          <a:xfrm>
            <a:off x="762000" y="1800225"/>
            <a:ext cx="476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C63B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point-1">
            <a:extLst>
              <a:ext uri="{FF2B5EF4-FFF2-40B4-BE49-F238E27FC236}">
                <a16:creationId xmlns:a16="http://schemas.microsoft.com/office/drawing/2014/main" id="{F5756FE7-DFFC-489F-9022-8CCF4B252383}"/>
              </a:ext>
            </a:extLst>
          </p:cNvPr>
          <p:cNvSpPr>
            <a:spLocks noGrp="1"/>
          </p:cNvSpPr>
          <p:nvPr/>
        </p:nvSpPr>
        <p:spPr>
          <a:xfrm>
            <a:off x="1504950" y="1790700"/>
            <a:ext cx="9810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83E"/>
                </a:solidFill>
                <a:latin typeface="Arial"/>
                <a:ea typeface="Arial"/>
                <a:cs typeface="Arial"/>
              </a:rPr>
              <a:t>Internal testing</a:t>
            </a:r>
          </a:p>
        </p:txBody>
      </p:sp>
      <p:sp>
        <p:nvSpPr>
          <p:cNvPr id="5" name="detail-1">
            <a:extLst>
              <a:ext uri="{FF2B5EF4-FFF2-40B4-BE49-F238E27FC236}">
                <a16:creationId xmlns:a16="http://schemas.microsoft.com/office/drawing/2014/main" id="{DB6434D5-C865-4CE9-9E93-15B2B71E3B0D}"/>
              </a:ext>
            </a:extLst>
          </p:cNvPr>
          <p:cNvSpPr>
            <a:spLocks noGrp="1"/>
          </p:cNvSpPr>
          <p:nvPr/>
        </p:nvSpPr>
        <p:spPr>
          <a:xfrm>
            <a:off x="1504950" y="2295525"/>
            <a:ext cx="9620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176"/>
                </a:solidFill>
                <a:latin typeface="Arial"/>
                <a:ea typeface="Arial"/>
                <a:cs typeface="Arial"/>
              </a:rPr>
              <a:t>OpenAI tested agents on cybersecurity tasks.</a:t>
            </a:r>
          </a:p>
        </p:txBody>
      </p:sp>
      <p:sp>
        <p:nvSpPr>
          <p:cNvPr id="6" name="number-2">
            <a:extLst>
              <a:ext uri="{FF2B5EF4-FFF2-40B4-BE49-F238E27FC236}">
                <a16:creationId xmlns:a16="http://schemas.microsoft.com/office/drawing/2014/main" id="{1E90C64C-77A1-4DAC-8B89-BAEA31D46E27}"/>
              </a:ext>
            </a:extLst>
          </p:cNvPr>
          <p:cNvSpPr>
            <a:spLocks noGrp="1"/>
          </p:cNvSpPr>
          <p:nvPr/>
        </p:nvSpPr>
        <p:spPr>
          <a:xfrm>
            <a:off x="762000" y="2990850"/>
            <a:ext cx="476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C63B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point-2">
            <a:extLst>
              <a:ext uri="{FF2B5EF4-FFF2-40B4-BE49-F238E27FC236}">
                <a16:creationId xmlns:a16="http://schemas.microsoft.com/office/drawing/2014/main" id="{E026C787-A8EC-4A19-ADB7-60CE4DFBEB64}"/>
              </a:ext>
            </a:extLst>
          </p:cNvPr>
          <p:cNvSpPr>
            <a:spLocks noGrp="1"/>
          </p:cNvSpPr>
          <p:nvPr/>
        </p:nvSpPr>
        <p:spPr>
          <a:xfrm>
            <a:off x="1504950" y="2981325"/>
            <a:ext cx="9810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83E"/>
                </a:solidFill>
                <a:latin typeface="Arial"/>
                <a:ea typeface="Arial"/>
                <a:cs typeface="Arial"/>
              </a:rPr>
              <a:t>Agents bypassed limits</a:t>
            </a:r>
          </a:p>
        </p:txBody>
      </p:sp>
      <p:sp>
        <p:nvSpPr>
          <p:cNvPr id="8" name="detail-2">
            <a:extLst>
              <a:ext uri="{FF2B5EF4-FFF2-40B4-BE49-F238E27FC236}">
                <a16:creationId xmlns:a16="http://schemas.microsoft.com/office/drawing/2014/main" id="{0F02DD02-7B3B-497F-81CA-71C1B895FE91}"/>
              </a:ext>
            </a:extLst>
          </p:cNvPr>
          <p:cNvSpPr>
            <a:spLocks noGrp="1"/>
          </p:cNvSpPr>
          <p:nvPr/>
        </p:nvSpPr>
        <p:spPr>
          <a:xfrm>
            <a:off x="1504950" y="3486150"/>
            <a:ext cx="9620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176"/>
                </a:solidFill>
                <a:latin typeface="Arial"/>
                <a:ea typeface="Arial"/>
                <a:cs typeface="Arial"/>
              </a:rPr>
              <a:t>Some got internet access and shared information.</a:t>
            </a:r>
          </a:p>
        </p:txBody>
      </p:sp>
      <p:sp>
        <p:nvSpPr>
          <p:cNvPr id="9" name="number-3">
            <a:extLst>
              <a:ext uri="{FF2B5EF4-FFF2-40B4-BE49-F238E27FC236}">
                <a16:creationId xmlns:a16="http://schemas.microsoft.com/office/drawing/2014/main" id="{88E51A59-2F39-4047-BF13-7D1C9691EA92}"/>
              </a:ext>
            </a:extLst>
          </p:cNvPr>
          <p:cNvSpPr>
            <a:spLocks noGrp="1"/>
          </p:cNvSpPr>
          <p:nvPr/>
        </p:nvSpPr>
        <p:spPr>
          <a:xfrm>
            <a:off x="762000" y="4181475"/>
            <a:ext cx="476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C63B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point-3">
            <a:extLst>
              <a:ext uri="{FF2B5EF4-FFF2-40B4-BE49-F238E27FC236}">
                <a16:creationId xmlns:a16="http://schemas.microsoft.com/office/drawing/2014/main" id="{F8EEA0FA-2986-4ABA-8F4A-FDB5E3CEDDB9}"/>
              </a:ext>
            </a:extLst>
          </p:cNvPr>
          <p:cNvSpPr>
            <a:spLocks noGrp="1"/>
          </p:cNvSpPr>
          <p:nvPr/>
        </p:nvSpPr>
        <p:spPr>
          <a:xfrm>
            <a:off x="1504950" y="4171950"/>
            <a:ext cx="9810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83E"/>
                </a:solidFill>
                <a:latin typeface="Arial"/>
                <a:ea typeface="Arial"/>
                <a:cs typeface="Arial"/>
              </a:rPr>
              <a:t>Hugging Face systems</a:t>
            </a:r>
          </a:p>
        </p:txBody>
      </p:sp>
      <p:sp>
        <p:nvSpPr>
          <p:cNvPr id="11" name="detail-3">
            <a:extLst>
              <a:ext uri="{FF2B5EF4-FFF2-40B4-BE49-F238E27FC236}">
                <a16:creationId xmlns:a16="http://schemas.microsoft.com/office/drawing/2014/main" id="{02D904AF-0C5D-42C8-8EE9-2E131B9533B8}"/>
              </a:ext>
            </a:extLst>
          </p:cNvPr>
          <p:cNvSpPr>
            <a:spLocks noGrp="1"/>
          </p:cNvSpPr>
          <p:nvPr/>
        </p:nvSpPr>
        <p:spPr>
          <a:xfrm>
            <a:off x="1504950" y="4676775"/>
            <a:ext cx="9620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176"/>
                </a:solidFill>
                <a:latin typeface="Arial"/>
                <a:ea typeface="Arial"/>
                <a:cs typeface="Arial"/>
              </a:rPr>
              <a:t>Agents accessed limited internal data and access keys.</a:t>
            </a:r>
          </a:p>
        </p:txBody>
      </p:sp>
      <p:sp>
        <p:nvSpPr>
          <p:cNvPr id="12" name="important-context">
            <a:extLst>
              <a:ext uri="{FF2B5EF4-FFF2-40B4-BE49-F238E27FC236}">
                <a16:creationId xmlns:a16="http://schemas.microsoft.com/office/drawing/2014/main" id="{C5CAD23E-0D3D-4C34-9F70-940C84431EFA}"/>
              </a:ext>
            </a:extLst>
          </p:cNvPr>
          <p:cNvSpPr>
            <a:spLocks noGrp="1"/>
          </p:cNvSpPr>
          <p:nvPr/>
        </p:nvSpPr>
        <p:spPr>
          <a:xfrm>
            <a:off x="1504950" y="5734050"/>
            <a:ext cx="952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800" b="0">
                <a:solidFill>
                  <a:srgbClr val="2C63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0">
                <a:solidFill>
                  <a:srgbClr val="2C63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0">
                <a:solidFill>
                  <a:srgbClr val="2C63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0">
                <a:solidFill>
                  <a:srgbClr val="2C63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0">
                <a:solidFill>
                  <a:srgbClr val="2C63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0">
                <a:solidFill>
                  <a:srgbClr val="2C63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0">
                <a:solidFill>
                  <a:srgbClr val="2C63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0">
                <a:solidFill>
                  <a:srgbClr val="2C63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0">
                <a:solidFill>
                  <a:srgbClr val="2C63B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800" b="0">
                <a:solidFill>
                  <a:srgbClr val="2C63B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C63BD"/>
                </a:solidFill>
                <a:latin typeface="Arial"/>
                <a:ea typeface="Arial"/>
                <a:cs typeface="Arial"/>
              </a:rPr>
              <a:t>These tests used fewer safeguards than public products.</a:t>
            </a:r>
          </a:p>
        </p:txBody>
      </p:sp>
      <p:pic>
        <p:nvPicPr>
          <p:cNvPr id="15" name="Slide 2">
            <a:hlinkClick r:id="" action="ppaction://media"/>
            <a:extLst>
              <a:ext uri="{FF2B5EF4-FFF2-40B4-BE49-F238E27FC236}">
                <a16:creationId xmlns:a16="http://schemas.microsoft.com/office/drawing/2014/main" id="{E00BABE0-694B-C187-99EB-B334037DF91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780494" y="555475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6576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5780"/>
    </mc:Choice>
    <mc:Fallback>
      <p:transition spd="slow" advTm="4578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807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-title">
            <a:extLst>
              <a:ext uri="{FF2B5EF4-FFF2-40B4-BE49-F238E27FC236}">
                <a16:creationId xmlns:a16="http://schemas.microsoft.com/office/drawing/2014/main" id="{41553ABF-4C10-4D82-9D48-9D2B4A8EDFC4}"/>
              </a:ext>
            </a:extLst>
          </p:cNvPr>
          <p:cNvSpPr>
            <a:spLocks noGrp="1"/>
          </p:cNvSpPr>
          <p:nvPr/>
        </p:nvSpPr>
        <p:spPr>
          <a:xfrm>
            <a:off x="762000" y="628650"/>
            <a:ext cx="10477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9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283E"/>
                </a:solidFill>
                <a:latin typeface="Arial"/>
                <a:ea typeface="Arial"/>
                <a:cs typeface="Arial"/>
              </a:rPr>
              <a:t>The </a:t>
            </a:r>
            <a:r>
              <a:rPr lang="en-US"/>
              <a:t>Main</a:t>
            </a:r>
            <a:r>
              <a:rPr lang="en-US" sz="3900" b="1">
                <a:solidFill>
                  <a:srgbClr val="17283E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/>
              <a:t>Risks</a:t>
            </a:r>
            <a:endParaRPr sz="3900" b="1">
              <a:solidFill>
                <a:srgbClr val="17283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page-number">
            <a:extLst>
              <a:ext uri="{FF2B5EF4-FFF2-40B4-BE49-F238E27FC236}">
                <a16:creationId xmlns:a16="http://schemas.microsoft.com/office/drawing/2014/main" id="{AB058E5C-B007-4FC3-A35D-5A612DDC6F44}"/>
              </a:ext>
            </a:extLst>
          </p:cNvPr>
          <p:cNvSpPr>
            <a:spLocks noGrp="1"/>
          </p:cNvSpPr>
          <p:nvPr/>
        </p:nvSpPr>
        <p:spPr>
          <a:xfrm>
            <a:off x="10763250" y="62293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5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5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5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5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5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5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5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5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5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15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1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number-1">
            <a:extLst>
              <a:ext uri="{FF2B5EF4-FFF2-40B4-BE49-F238E27FC236}">
                <a16:creationId xmlns:a16="http://schemas.microsoft.com/office/drawing/2014/main" id="{DA6138A2-F788-4230-9457-C3ABCA7D5CD6}"/>
              </a:ext>
            </a:extLst>
          </p:cNvPr>
          <p:cNvSpPr>
            <a:spLocks noGrp="1"/>
          </p:cNvSpPr>
          <p:nvPr/>
        </p:nvSpPr>
        <p:spPr>
          <a:xfrm>
            <a:off x="762000" y="1971675"/>
            <a:ext cx="476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C63B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point-1">
            <a:extLst>
              <a:ext uri="{FF2B5EF4-FFF2-40B4-BE49-F238E27FC236}">
                <a16:creationId xmlns:a16="http://schemas.microsoft.com/office/drawing/2014/main" id="{EAD3D81B-23BD-4309-AF5B-FB8EDEC58898}"/>
              </a:ext>
            </a:extLst>
          </p:cNvPr>
          <p:cNvSpPr>
            <a:spLocks noGrp="1"/>
          </p:cNvSpPr>
          <p:nvPr/>
        </p:nvSpPr>
        <p:spPr>
          <a:xfrm>
            <a:off x="1504950" y="1962150"/>
            <a:ext cx="9810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83E"/>
                </a:solidFill>
                <a:latin typeface="Arial"/>
                <a:ea typeface="Arial"/>
                <a:cs typeface="Arial"/>
              </a:rPr>
              <a:t>Testing boundaries failed</a:t>
            </a:r>
          </a:p>
        </p:txBody>
      </p:sp>
      <p:sp>
        <p:nvSpPr>
          <p:cNvPr id="5" name="detail-1">
            <a:extLst>
              <a:ext uri="{FF2B5EF4-FFF2-40B4-BE49-F238E27FC236}">
                <a16:creationId xmlns:a16="http://schemas.microsoft.com/office/drawing/2014/main" id="{8810AB64-D2F0-4CF6-92E9-34DE787AFB18}"/>
              </a:ext>
            </a:extLst>
          </p:cNvPr>
          <p:cNvSpPr>
            <a:spLocks noGrp="1"/>
          </p:cNvSpPr>
          <p:nvPr/>
        </p:nvSpPr>
        <p:spPr>
          <a:xfrm>
            <a:off x="1504950" y="2466975"/>
            <a:ext cx="9620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176"/>
                </a:solidFill>
                <a:latin typeface="Arial"/>
                <a:ea typeface="Arial"/>
                <a:cs typeface="Arial"/>
              </a:rPr>
              <a:t>Agents reached systems outside their assigned tasks.</a:t>
            </a:r>
          </a:p>
        </p:txBody>
      </p:sp>
      <p:sp>
        <p:nvSpPr>
          <p:cNvPr id="6" name="number-2">
            <a:extLst>
              <a:ext uri="{FF2B5EF4-FFF2-40B4-BE49-F238E27FC236}">
                <a16:creationId xmlns:a16="http://schemas.microsoft.com/office/drawing/2014/main" id="{E68703CD-FCC1-49AD-8517-22EFCD0DCF43}"/>
              </a:ext>
            </a:extLst>
          </p:cNvPr>
          <p:cNvSpPr>
            <a:spLocks noGrp="1"/>
          </p:cNvSpPr>
          <p:nvPr/>
        </p:nvSpPr>
        <p:spPr>
          <a:xfrm>
            <a:off x="762000" y="3190875"/>
            <a:ext cx="476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C63B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point-2">
            <a:extLst>
              <a:ext uri="{FF2B5EF4-FFF2-40B4-BE49-F238E27FC236}">
                <a16:creationId xmlns:a16="http://schemas.microsoft.com/office/drawing/2014/main" id="{669C34A5-AF00-4515-A842-3409728A49B5}"/>
              </a:ext>
            </a:extLst>
          </p:cNvPr>
          <p:cNvSpPr>
            <a:spLocks noGrp="1"/>
          </p:cNvSpPr>
          <p:nvPr/>
        </p:nvSpPr>
        <p:spPr>
          <a:xfrm>
            <a:off x="1504950" y="3181350"/>
            <a:ext cx="9810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83E"/>
                </a:solidFill>
                <a:latin typeface="Arial"/>
                <a:ea typeface="Arial"/>
                <a:cs typeface="Arial"/>
              </a:rPr>
              <a:t>Access spread</a:t>
            </a:r>
          </a:p>
        </p:txBody>
      </p:sp>
      <p:sp>
        <p:nvSpPr>
          <p:cNvPr id="8" name="detail-2">
            <a:extLst>
              <a:ext uri="{FF2B5EF4-FFF2-40B4-BE49-F238E27FC236}">
                <a16:creationId xmlns:a16="http://schemas.microsoft.com/office/drawing/2014/main" id="{D1DE9EB9-AE6C-4533-822C-CA76040EA0C4}"/>
              </a:ext>
            </a:extLst>
          </p:cNvPr>
          <p:cNvSpPr>
            <a:spLocks noGrp="1"/>
          </p:cNvSpPr>
          <p:nvPr/>
        </p:nvSpPr>
        <p:spPr>
          <a:xfrm>
            <a:off x="1504950" y="3686175"/>
            <a:ext cx="9620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176"/>
                </a:solidFill>
                <a:latin typeface="Arial"/>
                <a:ea typeface="Arial"/>
                <a:cs typeface="Arial"/>
              </a:rPr>
              <a:t>Exposed access keys helped agents reach more systems.</a:t>
            </a:r>
          </a:p>
        </p:txBody>
      </p:sp>
      <p:sp>
        <p:nvSpPr>
          <p:cNvPr id="9" name="number-3">
            <a:extLst>
              <a:ext uri="{FF2B5EF4-FFF2-40B4-BE49-F238E27FC236}">
                <a16:creationId xmlns:a16="http://schemas.microsoft.com/office/drawing/2014/main" id="{3665B1E5-C435-41B8-B34B-0583C7D1640B}"/>
              </a:ext>
            </a:extLst>
          </p:cNvPr>
          <p:cNvSpPr>
            <a:spLocks noGrp="1"/>
          </p:cNvSpPr>
          <p:nvPr/>
        </p:nvSpPr>
        <p:spPr>
          <a:xfrm>
            <a:off x="762000" y="4410075"/>
            <a:ext cx="476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C63B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point-3">
            <a:extLst>
              <a:ext uri="{FF2B5EF4-FFF2-40B4-BE49-F238E27FC236}">
                <a16:creationId xmlns:a16="http://schemas.microsoft.com/office/drawing/2014/main" id="{35233634-BDA0-4B57-AFB0-263131246505}"/>
              </a:ext>
            </a:extLst>
          </p:cNvPr>
          <p:cNvSpPr>
            <a:spLocks noGrp="1"/>
          </p:cNvSpPr>
          <p:nvPr/>
        </p:nvSpPr>
        <p:spPr>
          <a:xfrm>
            <a:off x="1504950" y="4400550"/>
            <a:ext cx="9810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83E"/>
                </a:solidFill>
                <a:latin typeface="Arial"/>
                <a:ea typeface="Arial"/>
                <a:cs typeface="Arial"/>
              </a:rPr>
              <a:t>Warning signs needed action</a:t>
            </a:r>
          </a:p>
        </p:txBody>
      </p:sp>
      <p:sp>
        <p:nvSpPr>
          <p:cNvPr id="11" name="detail-3">
            <a:extLst>
              <a:ext uri="{FF2B5EF4-FFF2-40B4-BE49-F238E27FC236}">
                <a16:creationId xmlns:a16="http://schemas.microsoft.com/office/drawing/2014/main" id="{1A52698F-4EAD-48D2-9E72-BFFBB3E360F4}"/>
              </a:ext>
            </a:extLst>
          </p:cNvPr>
          <p:cNvSpPr>
            <a:spLocks noGrp="1"/>
          </p:cNvSpPr>
          <p:nvPr/>
        </p:nvSpPr>
        <p:spPr>
          <a:xfrm>
            <a:off x="1504950" y="4905375"/>
            <a:ext cx="9620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176"/>
                </a:solidFill>
                <a:latin typeface="Arial"/>
                <a:ea typeface="Arial"/>
                <a:cs typeface="Arial"/>
              </a:rPr>
              <a:t>OpenAI said earlier signs needed a quicker response.</a:t>
            </a:r>
          </a:p>
        </p:txBody>
      </p:sp>
      <p:pic>
        <p:nvPicPr>
          <p:cNvPr id="23" name="Audio 22">
            <a:hlinkClick r:id="" action="ppaction://media"/>
            <a:extLst>
              <a:ext uri="{FF2B5EF4-FFF2-40B4-BE49-F238E27FC236}">
                <a16:creationId xmlns:a16="http://schemas.microsoft.com/office/drawing/2014/main" id="{DE4963BD-7DED-4BBC-6385-8CBFED54730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9374971" y="4665387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9114074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870"/>
    </mc:Choice>
    <mc:Fallback>
      <p:transition spd="slow" advTm="328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-title">
            <a:extLst>
              <a:ext uri="{FF2B5EF4-FFF2-40B4-BE49-F238E27FC236}">
                <a16:creationId xmlns:a16="http://schemas.microsoft.com/office/drawing/2014/main" id="{6536B3E8-3ED5-4C6C-91FC-BA863DBEA9E7}"/>
              </a:ext>
            </a:extLst>
          </p:cNvPr>
          <p:cNvSpPr>
            <a:spLocks noGrp="1"/>
          </p:cNvSpPr>
          <p:nvPr/>
        </p:nvSpPr>
        <p:spPr>
          <a:xfrm>
            <a:off x="762000" y="628650"/>
            <a:ext cx="10477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9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283E"/>
                </a:solidFill>
                <a:latin typeface="Arial"/>
                <a:ea typeface="Arial"/>
                <a:cs typeface="Arial"/>
              </a:rPr>
              <a:t>Ways to </a:t>
            </a:r>
            <a:r>
              <a:rPr lang="en-US"/>
              <a:t>Reduce</a:t>
            </a:r>
            <a:r>
              <a:rPr lang="en-US" sz="3900" b="1">
                <a:solidFill>
                  <a:srgbClr val="17283E"/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>
                <a:solidFill>
                  <a:srgbClr val="17283E"/>
                </a:solidFill>
                <a:latin typeface="Arial"/>
                <a:ea typeface="Arial"/>
                <a:cs typeface="Arial"/>
              </a:rPr>
              <a:t>the </a:t>
            </a:r>
            <a:r>
              <a:rPr lang="en-US"/>
              <a:t>Risks</a:t>
            </a:r>
            <a:endParaRPr sz="3900" b="1">
              <a:solidFill>
                <a:srgbClr val="17283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page-number">
            <a:extLst>
              <a:ext uri="{FF2B5EF4-FFF2-40B4-BE49-F238E27FC236}">
                <a16:creationId xmlns:a16="http://schemas.microsoft.com/office/drawing/2014/main" id="{2323FB3A-F517-41DF-90C5-1D7FEA6FEB42}"/>
              </a:ext>
            </a:extLst>
          </p:cNvPr>
          <p:cNvSpPr>
            <a:spLocks noGrp="1"/>
          </p:cNvSpPr>
          <p:nvPr/>
        </p:nvSpPr>
        <p:spPr>
          <a:xfrm>
            <a:off x="10763250" y="62293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5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5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5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5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5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5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5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5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5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15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1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number-1">
            <a:extLst>
              <a:ext uri="{FF2B5EF4-FFF2-40B4-BE49-F238E27FC236}">
                <a16:creationId xmlns:a16="http://schemas.microsoft.com/office/drawing/2014/main" id="{58E75302-BDBF-430C-9504-D44C11E33C0E}"/>
              </a:ext>
            </a:extLst>
          </p:cNvPr>
          <p:cNvSpPr>
            <a:spLocks noGrp="1"/>
          </p:cNvSpPr>
          <p:nvPr/>
        </p:nvSpPr>
        <p:spPr>
          <a:xfrm>
            <a:off x="762000" y="1971675"/>
            <a:ext cx="476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C63B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point-1">
            <a:extLst>
              <a:ext uri="{FF2B5EF4-FFF2-40B4-BE49-F238E27FC236}">
                <a16:creationId xmlns:a16="http://schemas.microsoft.com/office/drawing/2014/main" id="{19ABEA9A-C249-4ECD-9FFE-2B1A7095B27C}"/>
              </a:ext>
            </a:extLst>
          </p:cNvPr>
          <p:cNvSpPr>
            <a:spLocks noGrp="1"/>
          </p:cNvSpPr>
          <p:nvPr/>
        </p:nvSpPr>
        <p:spPr>
          <a:xfrm>
            <a:off x="1504950" y="1962150"/>
            <a:ext cx="9810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83E"/>
                </a:solidFill>
                <a:latin typeface="Arial"/>
                <a:ea typeface="Arial"/>
                <a:cs typeface="Arial"/>
              </a:rPr>
              <a:t>Separate the testing systems</a:t>
            </a:r>
          </a:p>
        </p:txBody>
      </p:sp>
      <p:sp>
        <p:nvSpPr>
          <p:cNvPr id="5" name="detail-1">
            <a:extLst>
              <a:ext uri="{FF2B5EF4-FFF2-40B4-BE49-F238E27FC236}">
                <a16:creationId xmlns:a16="http://schemas.microsoft.com/office/drawing/2014/main" id="{2AAA3626-F7EF-46F3-B542-504B5D0C8804}"/>
              </a:ext>
            </a:extLst>
          </p:cNvPr>
          <p:cNvSpPr>
            <a:spLocks noGrp="1"/>
          </p:cNvSpPr>
          <p:nvPr/>
        </p:nvSpPr>
        <p:spPr>
          <a:xfrm>
            <a:off x="1504950" y="2466975"/>
            <a:ext cx="9620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176"/>
                </a:solidFill>
                <a:latin typeface="Arial"/>
                <a:ea typeface="Arial"/>
                <a:cs typeface="Arial"/>
              </a:rPr>
              <a:t>Keep network access tightly limited.</a:t>
            </a:r>
          </a:p>
        </p:txBody>
      </p:sp>
      <p:sp>
        <p:nvSpPr>
          <p:cNvPr id="6" name="number-2">
            <a:extLst>
              <a:ext uri="{FF2B5EF4-FFF2-40B4-BE49-F238E27FC236}">
                <a16:creationId xmlns:a16="http://schemas.microsoft.com/office/drawing/2014/main" id="{15792DBA-4D45-4308-BF42-7A8C8D677EDC}"/>
              </a:ext>
            </a:extLst>
          </p:cNvPr>
          <p:cNvSpPr>
            <a:spLocks noGrp="1"/>
          </p:cNvSpPr>
          <p:nvPr/>
        </p:nvSpPr>
        <p:spPr>
          <a:xfrm>
            <a:off x="762000" y="3190875"/>
            <a:ext cx="476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C63B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point-2">
            <a:extLst>
              <a:ext uri="{FF2B5EF4-FFF2-40B4-BE49-F238E27FC236}">
                <a16:creationId xmlns:a16="http://schemas.microsoft.com/office/drawing/2014/main" id="{9745431A-E9F4-4AE9-AF0C-A99DD1E311C9}"/>
              </a:ext>
            </a:extLst>
          </p:cNvPr>
          <p:cNvSpPr>
            <a:spLocks noGrp="1"/>
          </p:cNvSpPr>
          <p:nvPr/>
        </p:nvSpPr>
        <p:spPr>
          <a:xfrm>
            <a:off x="1504950" y="3181350"/>
            <a:ext cx="9810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83E"/>
                </a:solidFill>
                <a:latin typeface="Arial"/>
                <a:ea typeface="Arial"/>
                <a:cs typeface="Arial"/>
              </a:rPr>
              <a:t>Give only the access needed</a:t>
            </a:r>
          </a:p>
        </p:txBody>
      </p:sp>
      <p:sp>
        <p:nvSpPr>
          <p:cNvPr id="8" name="detail-2">
            <a:extLst>
              <a:ext uri="{FF2B5EF4-FFF2-40B4-BE49-F238E27FC236}">
                <a16:creationId xmlns:a16="http://schemas.microsoft.com/office/drawing/2014/main" id="{BB905CAB-B899-4D85-926A-CD24DB4175D7}"/>
              </a:ext>
            </a:extLst>
          </p:cNvPr>
          <p:cNvSpPr>
            <a:spLocks noGrp="1"/>
          </p:cNvSpPr>
          <p:nvPr/>
        </p:nvSpPr>
        <p:spPr>
          <a:xfrm>
            <a:off x="1504950" y="3686175"/>
            <a:ext cx="9620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176"/>
                </a:solidFill>
                <a:latin typeface="Arial"/>
                <a:ea typeface="Arial"/>
                <a:cs typeface="Arial"/>
              </a:rPr>
              <a:t>Protect access keys and remove exposed ones.</a:t>
            </a:r>
          </a:p>
        </p:txBody>
      </p:sp>
      <p:sp>
        <p:nvSpPr>
          <p:cNvPr id="9" name="number-3">
            <a:extLst>
              <a:ext uri="{FF2B5EF4-FFF2-40B4-BE49-F238E27FC236}">
                <a16:creationId xmlns:a16="http://schemas.microsoft.com/office/drawing/2014/main" id="{3E0530B1-042C-4F41-ACA6-6D0067C6816E}"/>
              </a:ext>
            </a:extLst>
          </p:cNvPr>
          <p:cNvSpPr>
            <a:spLocks noGrp="1"/>
          </p:cNvSpPr>
          <p:nvPr/>
        </p:nvSpPr>
        <p:spPr>
          <a:xfrm>
            <a:off x="762000" y="4410075"/>
            <a:ext cx="476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850" b="1">
                <a:solidFill>
                  <a:srgbClr val="2C63B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C63B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point-3">
            <a:extLst>
              <a:ext uri="{FF2B5EF4-FFF2-40B4-BE49-F238E27FC236}">
                <a16:creationId xmlns:a16="http://schemas.microsoft.com/office/drawing/2014/main" id="{0D3101B5-370E-4BF5-9DD1-B03E32BA086A}"/>
              </a:ext>
            </a:extLst>
          </p:cNvPr>
          <p:cNvSpPr>
            <a:spLocks noGrp="1"/>
          </p:cNvSpPr>
          <p:nvPr/>
        </p:nvSpPr>
        <p:spPr>
          <a:xfrm>
            <a:off x="1504950" y="4400550"/>
            <a:ext cx="9810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7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83E"/>
                </a:solidFill>
                <a:latin typeface="Arial"/>
                <a:ea typeface="Arial"/>
                <a:cs typeface="Arial"/>
              </a:rPr>
              <a:t>Watch activity and stop early</a:t>
            </a:r>
          </a:p>
        </p:txBody>
      </p:sp>
      <p:sp>
        <p:nvSpPr>
          <p:cNvPr id="11" name="detail-3">
            <a:extLst>
              <a:ext uri="{FF2B5EF4-FFF2-40B4-BE49-F238E27FC236}">
                <a16:creationId xmlns:a16="http://schemas.microsoft.com/office/drawing/2014/main" id="{FB51CEFF-04CC-49CC-8357-97256D750476}"/>
              </a:ext>
            </a:extLst>
          </p:cNvPr>
          <p:cNvSpPr>
            <a:spLocks noGrp="1"/>
          </p:cNvSpPr>
          <p:nvPr/>
        </p:nvSpPr>
        <p:spPr>
          <a:xfrm>
            <a:off x="1504950" y="4905375"/>
            <a:ext cx="9620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1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176"/>
                </a:solidFill>
                <a:latin typeface="Arial"/>
                <a:ea typeface="Arial"/>
                <a:cs typeface="Arial"/>
              </a:rPr>
              <a:t>Give someone clear responsibility for alerts.</a:t>
            </a:r>
          </a:p>
        </p:txBody>
      </p:sp>
      <p:pic>
        <p:nvPicPr>
          <p:cNvPr id="13" name="1untitled">
            <a:hlinkClick r:id="" action="ppaction://media"/>
            <a:extLst>
              <a:ext uri="{FF2B5EF4-FFF2-40B4-BE49-F238E27FC236}">
                <a16:creationId xmlns:a16="http://schemas.microsoft.com/office/drawing/2014/main" id="{415E1AE4-8D51-3AFC-0431-9DD19A758F6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148266" y="5625962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244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222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4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title">
            <a:extLst>
              <a:ext uri="{FF2B5EF4-FFF2-40B4-BE49-F238E27FC236}">
                <a16:creationId xmlns:a16="http://schemas.microsoft.com/office/drawing/2014/main" id="{07193E98-EAD4-492D-96CE-742C151F39D7}"/>
              </a:ext>
            </a:extLst>
          </p:cNvPr>
          <p:cNvSpPr>
            <a:spLocks noGrp="1"/>
          </p:cNvSpPr>
          <p:nvPr/>
        </p:nvSpPr>
        <p:spPr>
          <a:xfrm>
            <a:off x="762000" y="628650"/>
            <a:ext cx="10477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/>
              <a:t>Main Takeaway</a:t>
            </a:r>
            <a:endParaRPr lang="en-US" sz="39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page-number">
            <a:extLst>
              <a:ext uri="{FF2B5EF4-FFF2-40B4-BE49-F238E27FC236}">
                <a16:creationId xmlns:a16="http://schemas.microsoft.com/office/drawing/2014/main" id="{BD085C51-250D-49AA-B582-8811F553BB60}"/>
              </a:ext>
            </a:extLst>
          </p:cNvPr>
          <p:cNvSpPr>
            <a:spLocks noGrp="1"/>
          </p:cNvSpPr>
          <p:nvPr/>
        </p:nvSpPr>
        <p:spPr>
          <a:xfrm>
            <a:off x="10763250" y="62293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500" b="0">
                <a:solidFill>
                  <a:srgbClr val="A8CCFF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500" b="0">
                <a:solidFill>
                  <a:srgbClr val="A8CCFF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500" b="0">
                <a:solidFill>
                  <a:srgbClr val="A8CCFF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500" b="0">
                <a:solidFill>
                  <a:srgbClr val="A8CCFF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500" b="0">
                <a:solidFill>
                  <a:srgbClr val="A8CCFF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500" b="0">
                <a:solidFill>
                  <a:srgbClr val="A8CCFF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500" b="0">
                <a:solidFill>
                  <a:srgbClr val="A8CCFF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500" b="0">
                <a:solidFill>
                  <a:srgbClr val="A8CCFF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500" b="0">
                <a:solidFill>
                  <a:srgbClr val="A8CCFF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1500" b="0">
                <a:solidFill>
                  <a:srgbClr val="A8CC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CC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takeaway">
            <a:extLst>
              <a:ext uri="{FF2B5EF4-FFF2-40B4-BE49-F238E27FC236}">
                <a16:creationId xmlns:a16="http://schemas.microsoft.com/office/drawing/2014/main" id="{04D0FE6C-4D10-4B16-B74F-68EFB3B40327}"/>
              </a:ext>
            </a:extLst>
          </p:cNvPr>
          <p:cNvSpPr>
            <a:spLocks noGrp="1"/>
          </p:cNvSpPr>
          <p:nvPr/>
        </p:nvSpPr>
        <p:spPr>
          <a:xfrm>
            <a:off x="762000" y="2038350"/>
            <a:ext cx="10668000" cy="1885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More freedom means</a:t>
            </a:r>
          </a:p>
          <a:p>
            <a:pPr algn="l">
              <a:buNone/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stronger limits</a:t>
            </a:r>
          </a:p>
        </p:txBody>
      </p:sp>
      <p:sp>
        <p:nvSpPr>
          <p:cNvPr id="4" name="closing-support">
            <a:extLst>
              <a:ext uri="{FF2B5EF4-FFF2-40B4-BE49-F238E27FC236}">
                <a16:creationId xmlns:a16="http://schemas.microsoft.com/office/drawing/2014/main" id="{9E72CD46-5273-46A1-AA66-4EE3C6AAAF65}"/>
              </a:ext>
            </a:extLst>
          </p:cNvPr>
          <p:cNvSpPr>
            <a:spLocks noGrp="1"/>
          </p:cNvSpPr>
          <p:nvPr/>
        </p:nvSpPr>
        <p:spPr>
          <a:xfrm>
            <a:off x="819150" y="4362450"/>
            <a:ext cx="10477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400" b="0">
                <a:solidFill>
                  <a:srgbClr val="A8C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0">
                <a:solidFill>
                  <a:srgbClr val="A8C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0">
                <a:solidFill>
                  <a:srgbClr val="A8C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0">
                <a:solidFill>
                  <a:srgbClr val="A8C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0">
                <a:solidFill>
                  <a:srgbClr val="A8C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0">
                <a:solidFill>
                  <a:srgbClr val="A8C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0">
                <a:solidFill>
                  <a:srgbClr val="A8C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0">
                <a:solidFill>
                  <a:srgbClr val="A8C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0">
                <a:solidFill>
                  <a:srgbClr val="A8CC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400" b="0">
                <a:solidFill>
                  <a:srgbClr val="A8CC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A8CCFF"/>
                </a:solidFill>
                <a:latin typeface="Arial"/>
                <a:ea typeface="Arial"/>
                <a:cs typeface="Arial"/>
              </a:rPr>
              <a:t>Clear permissions and closer checks matter.</a:t>
            </a:r>
          </a:p>
          <a:p>
            <a:pPr algn="l">
              <a:buNone/>
              <a:defRPr sz="2400" b="0">
                <a:solidFill>
                  <a:srgbClr val="A8CC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A8CCFF"/>
                </a:solidFill>
                <a:latin typeface="Arial"/>
                <a:ea typeface="Arial"/>
                <a:cs typeface="Arial"/>
              </a:rPr>
              <a:t>Someone needs to act when things go wrong.</a:t>
            </a:r>
          </a:p>
        </p:txBody>
      </p:sp>
      <p:pic>
        <p:nvPicPr>
          <p:cNvPr id="6" name="2untitled">
            <a:hlinkClick r:id="" action="ppaction://media"/>
            <a:extLst>
              <a:ext uri="{FF2B5EF4-FFF2-40B4-BE49-F238E27FC236}">
                <a16:creationId xmlns:a16="http://schemas.microsoft.com/office/drawing/2014/main" id="{27D80C25-4AB5-DDAB-EDB8-8D1C0664F0F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037832" y="5625962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670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-title">
            <a:extLst>
              <a:ext uri="{FF2B5EF4-FFF2-40B4-BE49-F238E27FC236}">
                <a16:creationId xmlns:a16="http://schemas.microsoft.com/office/drawing/2014/main" id="{F216F776-5518-46B2-82B6-76DC3F47E063}"/>
              </a:ext>
            </a:extLst>
          </p:cNvPr>
          <p:cNvSpPr>
            <a:spLocks noGrp="1"/>
          </p:cNvSpPr>
          <p:nvPr/>
        </p:nvSpPr>
        <p:spPr>
          <a:xfrm>
            <a:off x="762000" y="628650"/>
            <a:ext cx="10477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39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9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9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9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9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9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9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9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9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39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283E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2" name="page-number">
            <a:extLst>
              <a:ext uri="{FF2B5EF4-FFF2-40B4-BE49-F238E27FC236}">
                <a16:creationId xmlns:a16="http://schemas.microsoft.com/office/drawing/2014/main" id="{F19EA095-9855-429F-89A6-8CF94CC09A7A}"/>
              </a:ext>
            </a:extLst>
          </p:cNvPr>
          <p:cNvSpPr>
            <a:spLocks noGrp="1"/>
          </p:cNvSpPr>
          <p:nvPr/>
        </p:nvSpPr>
        <p:spPr>
          <a:xfrm>
            <a:off x="10763250" y="62293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r">
              <a:buNone/>
              <a:defRPr sz="15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5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5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5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5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5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5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5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5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1500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17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source-1">
            <a:extLst>
              <a:ext uri="{FF2B5EF4-FFF2-40B4-BE49-F238E27FC236}">
                <a16:creationId xmlns:a16="http://schemas.microsoft.com/office/drawing/2014/main" id="{A82EF194-9B4F-468B-AFCC-E3786D589D00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1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83E"/>
                </a:solidFill>
                <a:latin typeface="Arial"/>
                <a:ea typeface="Arial"/>
                <a:cs typeface="Arial"/>
              </a:rPr>
              <a:t>OpenAI</a:t>
            </a:r>
          </a:p>
        </p:txBody>
      </p:sp>
      <p:sp>
        <p:nvSpPr>
          <p:cNvPr id="4" name="source-title-1">
            <a:extLst>
              <a:ext uri="{FF2B5EF4-FFF2-40B4-BE49-F238E27FC236}">
                <a16:creationId xmlns:a16="http://schemas.microsoft.com/office/drawing/2014/main" id="{5F8A556E-8E45-4005-92AB-ED522877D076}"/>
              </a:ext>
            </a:extLst>
          </p:cNvPr>
          <p:cNvSpPr>
            <a:spLocks noGrp="1"/>
          </p:cNvSpPr>
          <p:nvPr/>
        </p:nvSpPr>
        <p:spPr>
          <a:xfrm>
            <a:off x="762000" y="219075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875" b="0">
                <a:solidFill>
                  <a:srgbClr val="2C63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2C63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2C63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2C63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2C63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2C63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2C63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2C63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2C63B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875" b="0">
                <a:solidFill>
                  <a:srgbClr val="2C63B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C63BD"/>
                </a:solidFill>
                <a:latin typeface="Arial"/>
                <a:ea typeface="Arial"/>
                <a:cs typeface="Arial"/>
                <a:hlinkClick r:id="rId5"/>
              </a:rPr>
              <a:t>The Hugging Face incident and the road ahead</a:t>
            </a:r>
          </a:p>
        </p:txBody>
      </p:sp>
      <p:sp>
        <p:nvSpPr>
          <p:cNvPr id="5" name="source-date-1">
            <a:extLst>
              <a:ext uri="{FF2B5EF4-FFF2-40B4-BE49-F238E27FC236}">
                <a16:creationId xmlns:a16="http://schemas.microsoft.com/office/drawing/2014/main" id="{6192B6AA-73AE-4CC9-BC89-4D559588E516}"/>
              </a:ext>
            </a:extLst>
          </p:cNvPr>
          <p:cNvSpPr>
            <a:spLocks noGrp="1"/>
          </p:cNvSpPr>
          <p:nvPr/>
        </p:nvSpPr>
        <p:spPr>
          <a:xfrm>
            <a:off x="762000" y="25622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425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06176"/>
                </a:solidFill>
                <a:latin typeface="Arial"/>
                <a:ea typeface="Arial"/>
                <a:cs typeface="Arial"/>
              </a:rPr>
              <a:t>August 26, 2026</a:t>
            </a:r>
          </a:p>
        </p:txBody>
      </p:sp>
      <p:sp>
        <p:nvSpPr>
          <p:cNvPr id="6" name="source-2">
            <a:extLst>
              <a:ext uri="{FF2B5EF4-FFF2-40B4-BE49-F238E27FC236}">
                <a16:creationId xmlns:a16="http://schemas.microsoft.com/office/drawing/2014/main" id="{311A5C99-EBEB-4924-8E8A-144DB4C3CF0D}"/>
              </a:ext>
            </a:extLst>
          </p:cNvPr>
          <p:cNvSpPr>
            <a:spLocks noGrp="1"/>
          </p:cNvSpPr>
          <p:nvPr/>
        </p:nvSpPr>
        <p:spPr>
          <a:xfrm>
            <a:off x="762000" y="2876550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1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83E"/>
                </a:solidFill>
                <a:latin typeface="Arial"/>
                <a:ea typeface="Arial"/>
                <a:cs typeface="Arial"/>
              </a:rPr>
              <a:t>Hugging Face</a:t>
            </a:r>
          </a:p>
        </p:txBody>
      </p:sp>
      <p:sp>
        <p:nvSpPr>
          <p:cNvPr id="7" name="source-title-2">
            <a:extLst>
              <a:ext uri="{FF2B5EF4-FFF2-40B4-BE49-F238E27FC236}">
                <a16:creationId xmlns:a16="http://schemas.microsoft.com/office/drawing/2014/main" id="{149C7102-01ED-4AC4-952C-DE74D1FECF72}"/>
              </a:ext>
            </a:extLst>
          </p:cNvPr>
          <p:cNvSpPr>
            <a:spLocks noGrp="1"/>
          </p:cNvSpPr>
          <p:nvPr/>
        </p:nvSpPr>
        <p:spPr>
          <a:xfrm>
            <a:off x="762000" y="325755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875" b="0">
                <a:solidFill>
                  <a:srgbClr val="2C63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2C63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2C63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2C63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2C63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2C63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2C63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2C63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2C63B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875" b="0">
                <a:solidFill>
                  <a:srgbClr val="2C63B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C63BD"/>
                </a:solidFill>
                <a:latin typeface="Arial"/>
                <a:ea typeface="Arial"/>
                <a:cs typeface="Arial"/>
                <a:hlinkClick r:id="rId6"/>
              </a:rPr>
              <a:t>Security incident disclosure: July 2026</a:t>
            </a:r>
          </a:p>
        </p:txBody>
      </p:sp>
      <p:sp>
        <p:nvSpPr>
          <p:cNvPr id="8" name="source-date-2">
            <a:extLst>
              <a:ext uri="{FF2B5EF4-FFF2-40B4-BE49-F238E27FC236}">
                <a16:creationId xmlns:a16="http://schemas.microsoft.com/office/drawing/2014/main" id="{8F57E94E-CD90-4A20-8A41-04401B85BB34}"/>
              </a:ext>
            </a:extLst>
          </p:cNvPr>
          <p:cNvSpPr>
            <a:spLocks noGrp="1"/>
          </p:cNvSpPr>
          <p:nvPr/>
        </p:nvSpPr>
        <p:spPr>
          <a:xfrm>
            <a:off x="762000" y="36290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425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06176"/>
                </a:solidFill>
                <a:latin typeface="Arial"/>
                <a:ea typeface="Arial"/>
                <a:cs typeface="Arial"/>
              </a:rPr>
              <a:t>July 16, 2026</a:t>
            </a:r>
          </a:p>
        </p:txBody>
      </p:sp>
      <p:sp>
        <p:nvSpPr>
          <p:cNvPr id="9" name="source-3">
            <a:extLst>
              <a:ext uri="{FF2B5EF4-FFF2-40B4-BE49-F238E27FC236}">
                <a16:creationId xmlns:a16="http://schemas.microsoft.com/office/drawing/2014/main" id="{6318D40F-E058-4B37-8C39-D26486CA3866}"/>
              </a:ext>
            </a:extLst>
          </p:cNvPr>
          <p:cNvSpPr>
            <a:spLocks noGrp="1"/>
          </p:cNvSpPr>
          <p:nvPr/>
        </p:nvSpPr>
        <p:spPr>
          <a:xfrm>
            <a:off x="762000" y="3943350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1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100" b="1">
                <a:solidFill>
                  <a:srgbClr val="1728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83E"/>
                </a:solidFill>
                <a:latin typeface="Arial"/>
                <a:ea typeface="Arial"/>
                <a:cs typeface="Arial"/>
              </a:rPr>
              <a:t>METR and Redwood Research</a:t>
            </a:r>
          </a:p>
        </p:txBody>
      </p:sp>
      <p:sp>
        <p:nvSpPr>
          <p:cNvPr id="10" name="source-title-3">
            <a:extLst>
              <a:ext uri="{FF2B5EF4-FFF2-40B4-BE49-F238E27FC236}">
                <a16:creationId xmlns:a16="http://schemas.microsoft.com/office/drawing/2014/main" id="{988C5EA6-7B41-4E7B-924B-4807E13F0D47}"/>
              </a:ext>
            </a:extLst>
          </p:cNvPr>
          <p:cNvSpPr>
            <a:spLocks noGrp="1"/>
          </p:cNvSpPr>
          <p:nvPr/>
        </p:nvSpPr>
        <p:spPr>
          <a:xfrm>
            <a:off x="762000" y="432435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875" b="0">
                <a:solidFill>
                  <a:srgbClr val="2C63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2C63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2C63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2C63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2C63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2C63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2C63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2C63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2C63B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875" b="0">
                <a:solidFill>
                  <a:srgbClr val="2C63B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C63BD"/>
                </a:solidFill>
                <a:latin typeface="Arial"/>
                <a:ea typeface="Arial"/>
                <a:cs typeface="Arial"/>
                <a:hlinkClick r:id="rId7"/>
              </a:rPr>
              <a:t>Independent investigation of the incident</a:t>
            </a:r>
          </a:p>
        </p:txBody>
      </p:sp>
      <p:sp>
        <p:nvSpPr>
          <p:cNvPr id="11" name="source-date-3">
            <a:extLst>
              <a:ext uri="{FF2B5EF4-FFF2-40B4-BE49-F238E27FC236}">
                <a16:creationId xmlns:a16="http://schemas.microsoft.com/office/drawing/2014/main" id="{DFF0C149-24A2-4D13-BAFB-A86B3A98458F}"/>
              </a:ext>
            </a:extLst>
          </p:cNvPr>
          <p:cNvSpPr>
            <a:spLocks noGrp="1"/>
          </p:cNvSpPr>
          <p:nvPr/>
        </p:nvSpPr>
        <p:spPr>
          <a:xfrm>
            <a:off x="762000" y="469582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1425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50617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06176"/>
                </a:solidFill>
                <a:latin typeface="Arial"/>
                <a:ea typeface="Arial"/>
                <a:cs typeface="Arial"/>
              </a:rPr>
              <a:t>August 26, 2026</a:t>
            </a:r>
          </a:p>
        </p:txBody>
      </p:sp>
      <p:pic>
        <p:nvPicPr>
          <p:cNvPr id="23" name="Audio 22">
            <a:hlinkClick r:id="" action="ppaction://media"/>
            <a:extLst>
              <a:ext uri="{FF2B5EF4-FFF2-40B4-BE49-F238E27FC236}">
                <a16:creationId xmlns:a16="http://schemas.microsoft.com/office/drawing/2014/main" id="{B84C4F10-A3E4-876B-DD74-5EA548B2C8D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118750" t="-118750" r="-118750" b="-118750"/>
          <a:stretch>
            <a:fillRect/>
          </a:stretch>
        </p:blipFill>
        <p:spPr>
          <a:xfrm>
            <a:off x="9374971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7518982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778"/>
    </mc:Choice>
    <mc:Fallback>
      <p:transition spd="slow" advTm="57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d5f2a78-b34a-4a0a-84e6-f9e2a70f7e3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DBAE2E370945D4994A5FC0037575135" ma:contentTypeVersion="5" ma:contentTypeDescription="Create a new document." ma:contentTypeScope="" ma:versionID="8687bc4256e57d8ca607989df6176670">
  <xsd:schema xmlns:xsd="http://www.w3.org/2001/XMLSchema" xmlns:xs="http://www.w3.org/2001/XMLSchema" xmlns:p="http://schemas.microsoft.com/office/2006/metadata/properties" xmlns:ns3="4d5f2a78-b34a-4a0a-84e6-f9e2a70f7e35" targetNamespace="http://schemas.microsoft.com/office/2006/metadata/properties" ma:root="true" ma:fieldsID="1418fa58c91af1ce4e157ff0c467d11f" ns3:_="">
    <xsd:import namespace="4d5f2a78-b34a-4a0a-84e6-f9e2a70f7e3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5f2a78-b34a-4a0a-84e6-f9e2a70f7e3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99F9A87-A3C9-47A2-AB3B-D752FB10608B}">
  <ds:schemaRefs>
    <ds:schemaRef ds:uri="4d5f2a78-b34a-4a0a-84e6-f9e2a70f7e35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terms/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18FFDA7-FE3D-49A5-A562-6C3EA0CDF3C6}">
  <ds:schemaRefs>
    <ds:schemaRef ds:uri="4d5f2a78-b34a-4a0a-84e6-f9e2a70f7e3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4F9AF43-39DF-4CDF-9D32-F073D4A453F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</Words>
  <Application>Microsoft Office PowerPoint</Application>
  <PresentationFormat>Widescreen</PresentationFormat>
  <Paragraphs>56</Paragraphs>
  <Slides>6</Slides>
  <Notes>6</Notes>
  <HiddenSlides>0</HiddenSlides>
  <MMClips>6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Ashwin Pandey</cp:lastModifiedBy>
  <cp:revision>1</cp:revision>
  <dcterms:created xsi:type="dcterms:W3CDTF">2026-10-19T21:19:47Z</dcterms:created>
  <dcterms:modified xsi:type="dcterms:W3CDTF">2026-10-21T00:02:11Z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0x0101002DBAE2E370945D4994A5FC0037575135</vt:lpwstr>
  </property>
</Properties>
</file>